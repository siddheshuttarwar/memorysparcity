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Towards Zero-Waste Inference</a:t>
            </a:r>
          </a:p>
          <a:p>
            <a:r>
              <a:t>Hardware-Efficient SNNs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ECE274 Neuromorphic Computing Project</a:t>
            </a:r>
          </a:p>
          <a:p>
            <a:r>
              <a:t>via Dynamic Gatekeeping &amp; Early Exit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Motivation: The Edge Computing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Promise of SNNs: Event-driven sparsity offers tremendous energy advantages for always-on edge sensors.</a:t>
            </a:r>
          </a:p>
          <a:p>
            <a:pPr/>
            <a:r>
              <a:t>The Reality of CMOS Hardware: Fetching data from Memory (SRAM) costs 25x more energy than compute (MAC).</a:t>
            </a:r>
          </a:p>
          <a:p>
            <a:pPr lvl="1"/>
            <a:r>
              <a:t>SRAM Read (45nm): ~ 5 pJ per access.</a:t>
            </a:r>
          </a:p>
          <a:p>
            <a:pPr lvl="1"/>
            <a:r>
              <a:t>INT8 Addition: ~ 0.2 pJ per access.</a:t>
            </a:r>
          </a:p>
          <a:p>
            <a:pPr/>
            <a:r>
              <a:t>The Problem: Current SNN research focuses on algorithmic accuracy but ignores the hardware cost of redundant memory reads caused by sensor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Our Hardware-First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propose a natively digital, co-designed architecture that intercepts and drops redundant spikes before they can trigger expensive SRAM reads.</a:t>
            </a:r>
          </a:p>
          <a:p>
            <a:pPr/>
            <a:r>
              <a:t>Three Core Contributions:</a:t>
            </a:r>
          </a:p>
          <a:p>
            <a:pPr lvl="1"/>
            <a:r>
              <a:t>1. Dynamic Gatekeeper Filtering: Pre-processing input noise and burst redundancy.</a:t>
            </a:r>
          </a:p>
          <a:p>
            <a:pPr lvl="1"/>
            <a:r>
              <a:t>2. Adaptive Activity Regulation: Hardware-efficient threshold adaptation to silence hidden-layer 'spike storms'.</a:t>
            </a:r>
          </a:p>
          <a:p>
            <a:pPr lvl="1"/>
            <a:r>
              <a:t>3. Early-Exit FSM: Terminating the temporal processing window the moment the network reaches a confident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System-Level Architecture: Multi-Tile NoC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To avoid a massive centralized memory bottleneck, our architecture is partitioned into Tiles.</a:t>
            </a:r>
          </a:p>
          <a:p>
            <a:pPr>
              <a:defRPr sz="1800"/>
            </a:pPr>
            <a:r>
              <a:t>Each layer operates as an independent hardware engine with strictly local, private SRAM.</a:t>
            </a:r>
          </a:p>
        </p:txBody>
      </p:sp>
      <p:pic>
        <p:nvPicPr>
          <p:cNvPr id="4" name="Picture 3" descr="multi_tile_no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630803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Inside the Datapath: The SNN Hardware 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Each Tile contains everything it needs to execute its layer:</a:t>
            </a:r>
          </a:p>
          <a:p>
            <a:pPr lvl="1">
              <a:defRPr sz="1600"/>
            </a:pPr>
            <a:r>
              <a:t>Local SRAM Weight Bank: Stores INT8 quantized weights.</a:t>
            </a:r>
          </a:p>
          <a:p>
            <a:pPr lvl="1">
              <a:defRPr sz="1600"/>
            </a:pPr>
            <a:r>
              <a:t>Sparse MAC Array: Adds weights conditionally based on binary spikes.</a:t>
            </a:r>
          </a:p>
          <a:p>
            <a:pPr lvl="1">
              <a:defRPr sz="1600"/>
            </a:pPr>
            <a:r>
              <a:t>LIF Neuron Array: Handles leaky integration and thresholding.</a:t>
            </a:r>
          </a:p>
        </p:txBody>
      </p:sp>
      <p:pic>
        <p:nvPicPr>
          <p:cNvPr id="4" name="Picture 3" descr="snn_ti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52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Core Innovation A: Dynamic Gatekeeper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Sits in front of the Conv1 tile to pre-filter raw camera input.</a:t>
            </a:r>
          </a:p>
          <a:p>
            <a:pPr lvl="1">
              <a:defRPr sz="1600"/>
            </a:pPr>
            <a:r>
              <a:t>Importance Monitor: Filters Spatial Noise using an array of 4-bit saturating counters with global decay.</a:t>
            </a:r>
          </a:p>
          <a:p>
            <a:pPr lvl="1">
              <a:defRPr sz="1600"/>
            </a:pPr>
            <a:r>
              <a:t>Burst Redundancy Filter: Filters Temporal Noise dropping consecutive identical spikes.</a:t>
            </a:r>
          </a:p>
        </p:txBody>
      </p:sp>
      <p:pic>
        <p:nvPicPr>
          <p:cNvPr id="4" name="Picture 3" descr="circuit_dynamic_gatekee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Core Innovation B: Early-Exit FSM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Sits at the output classifier layer to truncate execution in the temporal dimension.</a:t>
            </a:r>
          </a:p>
          <a:p>
            <a:pPr/>
            <a:r>
              <a:t>Concept: Easy inputs (like a clear digit '1') don't need all 20 timesteps to be recognized.</a:t>
            </a:r>
          </a:p>
          <a:p>
            <a:pPr/>
            <a:r>
              <a:t>Hardware: 10 simple integer accumulators track class spikes. When any hits ConfThreshold=8, a global Freeze signal is raised.</a:t>
            </a:r>
          </a:p>
          <a:p>
            <a:pPr/>
            <a:r>
              <a:t>Result: The entire pipeline stops, saving 100% of the energy for the remaining temporal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Software Model &amp; Training (PyTorch)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Hardware optimizations must be learned! We modeled the exact digital mechanics directly into a custom PyTorch LeNet-5 SNN.</a:t>
            </a:r>
          </a:p>
          <a:p>
            <a:pPr/>
            <a:r>
              <a:t>Encoding: N-MNIST DVS data is cropped to 28x28 and binned to T=20 discrete steps.</a:t>
            </a:r>
          </a:p>
          <a:p>
            <a:pPr/>
            <a:r>
              <a:t>Learning: Surrogate Gradient descent (STBP) with a cosine annealing schedule.</a:t>
            </a:r>
          </a:p>
          <a:p>
            <a:pPr/>
            <a:r>
              <a:t>Co-Design: Gatekeeper logic, adaptive thresholds, and early exit are active during the forward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Results: Massive SRAM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By combining spatial filtering and temporal truncation, average SRAM reads dropped by 81.6%.</a:t>
            </a:r>
          </a:p>
        </p:txBody>
      </p:sp>
      <p:pic>
        <p:nvPicPr>
          <p:cNvPr id="4" name="Picture 3" descr="fig1_cumulative_s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598516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Results: Energy &amp; Latency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Because SRAM dominates power, this 81.6% read reduction maps directly to an 81.6% reduction in estimated inference energy.</a:t>
            </a:r>
          </a:p>
          <a:p>
            <a:pPr>
              <a:defRPr sz="1800"/>
            </a:pPr>
            <a:r>
              <a:t>Average latency improved by 1.8x due to Early Exit stopping at T=11.4 on average.</a:t>
            </a:r>
          </a:p>
        </p:txBody>
      </p:sp>
      <p:pic>
        <p:nvPicPr>
          <p:cNvPr id="4" name="Picture 3" descr="fig5_latency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80467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Hardware-First SNNs: We proved that optimizing for algorithmic sparsity is not enough; we must optimize for memory access.</a:t>
            </a:r>
          </a:p>
          <a:p>
            <a:pPr/>
            <a:r>
              <a:t>Zero-Waste Inference: Simple, highly-efficient digital blocks dramatically reduce the power footprint.</a:t>
            </a:r>
          </a:p>
          <a:p>
            <a:pPr/>
            <a:r>
              <a:t>Future Work: Deploying the Verilog RTL onto an FPGA to gather physical synthesis, power, and timing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